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aGangotri Peddi" userId="3fbfde86b8d16812" providerId="LiveId" clId="{EAD9674C-318A-4C5F-8C9F-EE9D4AACD3B9}"/>
    <pc:docChg chg="modSld">
      <pc:chgData name="ManasaGangotri Peddi" userId="3fbfde86b8d16812" providerId="LiveId" clId="{EAD9674C-318A-4C5F-8C9F-EE9D4AACD3B9}" dt="2024-08-28T23:34:05.886" v="0" actId="6549"/>
      <pc:docMkLst>
        <pc:docMk/>
      </pc:docMkLst>
      <pc:sldChg chg="modSp mod">
        <pc:chgData name="ManasaGangotri Peddi" userId="3fbfde86b8d16812" providerId="LiveId" clId="{EAD9674C-318A-4C5F-8C9F-EE9D4AACD3B9}" dt="2024-08-28T23:34:05.886" v="0" actId="6549"/>
        <pc:sldMkLst>
          <pc:docMk/>
          <pc:sldMk cId="95992585" sldId="256"/>
        </pc:sldMkLst>
        <pc:spChg chg="mod">
          <ac:chgData name="ManasaGangotri Peddi" userId="3fbfde86b8d16812" providerId="LiveId" clId="{EAD9674C-318A-4C5F-8C9F-EE9D4AACD3B9}" dt="2024-08-28T23:34:05.886" v="0" actId="6549"/>
          <ac:spMkLst>
            <pc:docMk/>
            <pc:sldMk cId="95992585" sldId="256"/>
            <ac:spMk id="3" creationId="{22B1ADD1-5615-4E66-9F2B-C82246DDA9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1DAFDA59-F7B6-4EED-857B-ABF69D050C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U.S Regional sales data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22B1ADD1-5615-4E66-9F2B-C82246DDA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ales Dashboard">
            <a:extLst>
              <a:ext uri="{FF2B5EF4-FFF2-40B4-BE49-F238E27FC236}">
                <a16:creationId xmlns:a16="http://schemas.microsoft.com/office/drawing/2014/main" id="{0985F886-EA49-40E4-94B2-ED86EDA08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ales Dashboard light background">
            <a:extLst>
              <a:ext uri="{FF2B5EF4-FFF2-40B4-BE49-F238E27FC236}">
                <a16:creationId xmlns:a16="http://schemas.microsoft.com/office/drawing/2014/main" id="{2014C231-D87A-42ED-B21D-E60104273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U.S Regional sales data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ManasaGangotri Peddi</cp:lastModifiedBy>
  <cp:revision>1</cp:revision>
  <dcterms:created xsi:type="dcterms:W3CDTF">2024-08-28T00:04:08Z</dcterms:created>
  <dcterms:modified xsi:type="dcterms:W3CDTF">2024-08-28T23:34:14Z</dcterms:modified>
</cp:coreProperties>
</file>